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EDP Director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September 17-26, 2025 | PI 3.2 Planning &amp; Infrastructure Migration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✓ Successfully completed PI 3.2 planning with full team alignment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✓ Initiated critical infrastructure consolidation to NorthStar Snowflake account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✓ Established business alignment strategy with Data Domain Councils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✓ Secured Abacus partnership for CMS interoperability requirements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⚠ Navigated repository security incident with minimal disruption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Key Focus: Single Snowflake account, real-time data capability, business-driven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Critical Decisions: Infrastructure Consolidation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70C0"/>
                </a:solidFill>
              </a:defRPr>
            </a:pPr>
            <a:r>
              <a:t>Environment Migration Strategy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Migrate dev from Rising Sun to NorthStar immediately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Rename 'Franken' environment to 'Dev' (fast approach)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Rising Sun repurposed for POC/training with synthetic data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200">
                <a:solidFill>
                  <a:srgbClr val="0070C0"/>
                </a:solidFill>
              </a:defRPr>
            </a:pPr>
            <a:r>
              <a:t>Database Architecture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Separate raw databases: dev_raw_DB (ingestion) + dev_eng_raw_DB (engineering)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Zero-copy clone approach for fresh production-like data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Enables independent team workflows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000">
                <a:solidFill>
                  <a:srgbClr val="70AD47"/>
                </a:solidFill>
              </a:defRPr>
            </a:pPr>
            <a:r>
              <a:t>Timeline: End of Sprint 1 (mid-October)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Critical Decisions: Real-Time 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70C0"/>
                </a:solidFill>
              </a:defRPr>
            </a:pPr>
            <a:r>
              <a:t>Deferred Merge View Pattern (Selected)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Batch loading remains at 4-6 hour cycle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Real-time views provide seconds-level latency for critical tables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Existing working pattern repurposed from Kafka development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Target: &lt;5 minute latency for customer service use cases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200">
                <a:solidFill>
                  <a:srgbClr val="0070C0"/>
                </a:solidFill>
              </a:defRPr>
            </a:pPr>
            <a:r>
              <a:t>Ingestion Simplification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Move from Kafka/MSK to S3 CSV file ingestion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Significant cost reduction with adequate performance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MSK retained only for true real-time requirements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OneView app pipelines refactored for CSV-based streaming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Critical Decisions: Code Repository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7C80"/>
                </a:solidFill>
              </a:defRPr>
            </a:pPr>
            <a:r>
              <a:t>Current State: Monolithic Repository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Single repository causes release schedule conflicts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Cross-team dependencies slow delivery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200">
                <a:solidFill>
                  <a:srgbClr val="70AD47"/>
                </a:solidFill>
              </a:defRPr>
            </a:pPr>
            <a:r>
              <a:t>Target State: Three Independent Projects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EDP_Streaming: Real-time OneView pipelines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EDP_Data_Integrations: Extract projects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EDP_Data_Domains: Analytical platform transformations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200">
                <a:solidFill>
                  <a:srgbClr val="0070C0"/>
                </a:solidFill>
              </a:defRPr>
            </a:pPr>
            <a:r>
              <a:t>Benefits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Autonomous team delivery with independent release schedules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Reduced cross-team dependencies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OneView can iterate rapidly without impacting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Accomplishments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70AD47"/>
                </a:solidFill>
              </a:defRPr>
            </a:pPr>
            <a:r>
              <a:t>✓ PI 3.2 Planning Execution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  All teams aligned on features, stories, dependencies for 10-week roadmap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000">
                <a:solidFill>
                  <a:srgbClr val="70AD47"/>
                </a:solidFill>
              </a:defRPr>
            </a:pPr>
            <a:r>
              <a:t>✓ Infrastructure Migration Progress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  EDP_source_data migrated; EDP_Data_Domains 90% complete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  Single Snowflake account reduces complexity and cost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000">
                <a:solidFill>
                  <a:srgbClr val="70AD47"/>
                </a:solidFill>
              </a:defRPr>
            </a:pPr>
            <a:r>
              <a:t>✓ Abacus Partnership Launch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  CMS compliance (9115, 0057) - SOW signed, work begins October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  Snowflake share for raw + silver foundational data marts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000">
                <a:solidFill>
                  <a:srgbClr val="70AD47"/>
                </a:solidFill>
              </a:defRPr>
            </a:pPr>
            <a:r>
              <a:t>✓ C4-DDD Architecture Framework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  Executive diagrams (ECC), technical diagrams (ARB), detailed specs (Engineering)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  Enables multi-level stakeholder communication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Escalation Items &amp;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7C80"/>
                </a:solidFill>
              </a:defRPr>
            </a:pPr>
            <a:r>
              <a:t>⚠ Repository Security Incident - RESOLVED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Repository flagged for PHI (PHI-like test data) and deleted without notice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Impact: Lost all branches except develop, all merge history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Resolution: Restored from backup within 24 hours, all environments operational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Note: Would have been production-down event if prod were live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000">
                <a:solidFill>
                  <a:srgbClr val="0070C0"/>
                </a:solidFill>
              </a:defRPr>
            </a:pPr>
            <a:r>
              <a:t>Recommendations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  → Implement notification process before repository deletion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  → Improve test data generation standards to avoid PHI-like patterns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  → Establish clearer backup/restore procedures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200">
                <a:solidFill>
                  <a:srgbClr val="FF7C80"/>
                </a:solidFill>
              </a:defRPr>
            </a:pPr>
            <a:r>
              <a:t>⚠ Snowflake AI Cortex Cost Spike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Unexpected budget consumption detected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Action: Engage Snowflake AI expert for cost-effective POC guidance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Action Items: High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70C0"/>
                </a:solidFill>
              </a:defRPr>
            </a:pPr>
            <a:r>
              <a:t>Dan Brickey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Complete dbt testing in NorthStar Dev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Finalize Rising Sun decommissioning plan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  Due: End of Sprint 1 (mid-October)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000">
                <a:solidFill>
                  <a:srgbClr val="0070C0"/>
                </a:solidFill>
              </a:defRPr>
            </a:pPr>
            <a:r>
              <a:t>Dan / Lindsay / Data Governance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Launch Membership and Product Data Domain Councils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  Due: Early Q4 2025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000">
                <a:solidFill>
                  <a:srgbClr val="0070C0"/>
                </a:solidFill>
              </a:defRPr>
            </a:pPr>
            <a:r>
              <a:t>Data Engineering Teams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Split repositories: Streaming, Integrations, Domains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Enable independent release schedules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  Due: Mid-PI 3.2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Action Items: Medium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70C0"/>
                </a:solidFill>
              </a:defRPr>
            </a:pPr>
            <a:r>
              <a:t>Provider 360 Modeling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Owner: Dan / Nicole Bowen / Tina Day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Complete business modeling and metric naming alignment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Due: October 2025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000">
                <a:solidFill>
                  <a:srgbClr val="0070C0"/>
                </a:solidFill>
              </a:defRPr>
            </a:pPr>
            <a:r>
              <a:t>OneView AI Proof of Concept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Owner: Dan Brickey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Contract document harvesting design meetings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Target Q1 2026 POC, design complete by end Q4 2025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000">
                <a:solidFill>
                  <a:srgbClr val="0070C0"/>
                </a:solidFill>
              </a:defRPr>
            </a:pPr>
            <a:r>
              <a:t>Dev Environment Database Structure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Owner: Engineering Admins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Create dual raw DB (ingestion + engineering with zero-copy clone)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Due: Sprint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Strategic Progress: Environment Consolidation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7C80"/>
                </a:solidFill>
              </a:defRPr>
            </a:pPr>
            <a:r>
              <a:t>Current State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Development split across Rising Sun and NorthStar accounts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Franken environment in NorthStar used for testing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200">
                <a:solidFill>
                  <a:srgbClr val="4472C4"/>
                </a:solidFill>
              </a:defRPr>
            </a:pPr>
            <a:r>
              <a:t>In Progress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Migration to NorthStar (Franken→Dev) in final testing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Rising Sun decommissioning plan in development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200">
                <a:solidFill>
                  <a:srgbClr val="70AD47"/>
                </a:solidFill>
              </a:defRPr>
            </a:pPr>
            <a:r>
              <a:t>Target State (End of PI)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All dev, test, and production in single NorthStar account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Rising Sun repurposed for POC with synthetic data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Clean slate architecture without legacy technical debt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Strategic Progress: Real-Time Data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7C80"/>
                </a:solidFill>
              </a:defRPr>
            </a:pPr>
            <a:r>
              <a:t>Current State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Batch loading twice daily (4-6 hour cycles)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MSK streaming partially implemented but expensive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200">
                <a:solidFill>
                  <a:srgbClr val="4472C4"/>
                </a:solidFill>
              </a:defRPr>
            </a:pPr>
            <a:r>
              <a:t>In Progress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Deferred merge view pattern implementation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CSV-based ingestion architecture development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200">
                <a:solidFill>
                  <a:srgbClr val="70AD47"/>
                </a:solidFill>
              </a:defRPr>
            </a:pPr>
            <a:r>
              <a:t>Target State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&lt;5 minute latency for customer service critical tables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Cost-effective S3 CSV ingestion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MSK retired except for true real-time needs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Dynamic table layers for business rule application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Strategic Progress: Business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7C80"/>
                </a:solidFill>
              </a:defRPr>
            </a:pPr>
            <a:r>
              <a:t>Current State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Provider Data Council established and active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Ad-hoc business engagement for other domains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200">
                <a:solidFill>
                  <a:srgbClr val="4472C4"/>
                </a:solidFill>
              </a:defRPr>
            </a:pPr>
            <a:r>
              <a:t>In Progress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Membership and Product Council formation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Provider 360 modeling alignment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C4-DDD framework development for stakeholder communication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200">
                <a:solidFill>
                  <a:srgbClr val="70AD47"/>
                </a:solidFill>
              </a:defRPr>
            </a:pPr>
            <a:r>
              <a:t>Target State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All major domains have active Data Councils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Business-driven roadmap prioritization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MDM solution proposal from Hakoda partner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Shared vocabulary through domain-driven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Team Structure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70C0"/>
                </a:solidFill>
              </a:defRPr>
            </a:pPr>
            <a:r>
              <a:t>New Team Assignment: Business Alignment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Moved from individual contributor to solution architecture team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Focus on business domain alignment and data council leadership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000">
                <a:solidFill>
                  <a:srgbClr val="0070C0"/>
                </a:solidFill>
              </a:defRPr>
            </a:pPr>
            <a:r>
              <a:t>Key Responsibilities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Solution architecture oversight for environment and repository changes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Business domain modeling: Member, Product, Provider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Hakoda offshore team coordination and work assignment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Data Domain Council facilitation with business stakeholders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000">
                <a:solidFill>
                  <a:srgbClr val="70AD47"/>
                </a:solidFill>
              </a:defRPr>
            </a:pPr>
            <a:r>
              <a:t>Delegation Strategy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Distribute tangible technical work to team members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Spread guidance across multiple teams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Reserve capacity for business alignment activities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Risk &amp; Dependency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7C80"/>
                </a:solidFill>
              </a:defRPr>
            </a:pPr>
            <a:r>
              <a:t>Resource Allocation Risks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Architecture team capacity stretched across multiple initiatives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Balance needed between delegation and hands-on technical leadership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000">
                <a:solidFill>
                  <a:srgbClr val="FF7C80"/>
                </a:solidFill>
              </a:defRPr>
            </a:pPr>
            <a:r>
              <a:t>Cross-Team Dependencies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OneView real-time depends on CSV ingestion architecture completion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Repository splitting depends on successful NorthStar migration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Data Council success requires C4-DDD framework adoption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000">
                <a:solidFill>
                  <a:srgbClr val="FF7C80"/>
                </a:solidFill>
              </a:defRPr>
            </a:pPr>
            <a:r>
              <a:t>Vendor &amp; Partner Coordination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Abacus timeline extends to summer 2026 (must align data model maturity)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Hakoda MDM proposal Q1 must align with Data Council outputs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• Snowflake consultant availability critical for architecture validation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Next Steps &amp; Key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70C0"/>
                </a:solidFill>
              </a:defRPr>
            </a:pPr>
            <a:r>
              <a:t>Sprint 1 Focus (Next 2 Weeks)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✓ Complete NorthStar Dev environment testing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✓ Finalize Test and Prod configuration migration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✓ Begin repository split planning for OneView/Streaming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✓ Schedule Membership/Product Data Council kickoffs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200">
                <a:solidFill>
                  <a:srgbClr val="0070C0"/>
                </a:solidFill>
              </a:defRPr>
            </a:pPr>
            <a:r>
              <a:t>Mid-PI Milestones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✓ Rising Sun fully decommissioned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✓ Repository split completed with independent release schedules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✓ Real-time deferred merge view pattern implemented and tested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✓ First Membership/Product Council meetings held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2000">
                <a:solidFill>
                  <a:srgbClr val="70AD47"/>
                </a:solidFill>
              </a:defRPr>
            </a:pPr>
            <a:r>
              <a:t>Next Director Summary: October 7,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